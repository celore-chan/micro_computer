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粗略</a:t>
            </a:r>
            <a:r>
              <a:rPr lang="zh-CN" altLang="en-US"/>
              <a:t>结构图：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5465" y="1825625"/>
            <a:ext cx="10515600" cy="4351338"/>
          </a:xfrm>
        </p:spPr>
        <p:txBody>
          <a:bodyPr/>
          <a:p>
            <a:r>
              <a:rPr lang="zh-CN" altLang="en-US"/>
              <a:t>结合下一张图片</a:t>
            </a:r>
            <a:r>
              <a:rPr lang="zh-CN" altLang="en-US"/>
              <a:t>一起看</a:t>
            </a:r>
            <a:endParaRPr lang="zh-CN" altLang="en-US"/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695" y="878205"/>
            <a:ext cx="6389370" cy="510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屏幕截图 2025-12-03 1119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815"/>
            <a:ext cx="12192000" cy="6515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9620" y="2766060"/>
            <a:ext cx="10515600" cy="1325563"/>
          </a:xfrm>
        </p:spPr>
        <p:txBody>
          <a:bodyPr>
            <a:normAutofit/>
          </a:bodyPr>
          <a:p>
            <a:r>
              <a:rPr lang="zh-CN" altLang="en-US"/>
              <a:t>然后，下面就是把打包的器件拿出来</a:t>
            </a:r>
            <a:r>
              <a:rPr lang="zh-CN" altLang="en-US"/>
              <a:t>讲了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首先是</a:t>
            </a:r>
            <a:r>
              <a:rPr lang="en-US" altLang="zh-CN"/>
              <a:t>PC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6" name="内容占位符 5" descr="屏幕截图 2025-12-03 11353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69795" y="2247265"/>
            <a:ext cx="7852410" cy="3041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这是运算器：</a:t>
            </a:r>
            <a:endParaRPr lang="zh-CN" altLang="en-US"/>
          </a:p>
        </p:txBody>
      </p:sp>
      <p:pic>
        <p:nvPicPr>
          <p:cNvPr id="4" name="内容占位符 3" descr="屏幕截图 2025-12-03 1140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40535" y="2355215"/>
            <a:ext cx="8710930" cy="389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6355"/>
            <a:ext cx="10515600" cy="1325563"/>
          </a:xfrm>
        </p:spPr>
        <p:txBody>
          <a:bodyPr/>
          <a:p>
            <a:r>
              <a:rPr lang="zh-CN" altLang="en-US"/>
              <a:t>这是</a:t>
            </a:r>
            <a:r>
              <a:rPr lang="zh-CN" altLang="en-US"/>
              <a:t>控制器：</a:t>
            </a:r>
            <a:endParaRPr lang="zh-CN" altLang="en-US"/>
          </a:p>
        </p:txBody>
      </p:sp>
      <p:pic>
        <p:nvPicPr>
          <p:cNvPr id="4" name="内容占位符 3" descr="屏幕截图 2025-12-03 11465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93645" y="1105535"/>
            <a:ext cx="7205345" cy="5752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84095"/>
            <a:ext cx="10515600" cy="1325563"/>
          </a:xfrm>
        </p:spPr>
        <p:txBody>
          <a:bodyPr/>
          <a:p>
            <a:r>
              <a:rPr lang="zh-CN" altLang="en-US"/>
              <a:t>下面讲控制器的</a:t>
            </a:r>
            <a:r>
              <a:rPr lang="zh-CN" altLang="en-US"/>
              <a:t>地址跳转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905" y="986155"/>
            <a:ext cx="10515600" cy="1325563"/>
          </a:xfrm>
        </p:spPr>
        <p:txBody>
          <a:bodyPr>
            <a:normAutofit fontScale="90000"/>
          </a:bodyPr>
          <a:p>
            <a:r>
              <a:rPr lang="zh-CN" altLang="en-US"/>
              <a:t>它是按照这两张图</a:t>
            </a:r>
            <a:br>
              <a:rPr lang="zh-CN" altLang="en-US"/>
            </a:br>
            <a:r>
              <a:rPr lang="zh-CN" altLang="en-US"/>
              <a:t>设计的，</a:t>
            </a:r>
            <a:r>
              <a:rPr lang="en-US" altLang="zh-CN"/>
              <a:t>uIR</a:t>
            </a:r>
            <a:r>
              <a:rPr lang="zh-CN" altLang="en-US"/>
              <a:t>是微指令、</a:t>
            </a:r>
            <a:br>
              <a:rPr lang="zh-CN" altLang="en-US"/>
            </a:br>
            <a:r>
              <a:rPr lang="en-US" altLang="zh-CN"/>
              <a:t>IR</a:t>
            </a:r>
            <a:r>
              <a:rPr lang="zh-CN" altLang="en-US"/>
              <a:t>是</a:t>
            </a:r>
            <a:r>
              <a:rPr lang="en-US" altLang="zh-CN"/>
              <a:t>pc</a:t>
            </a:r>
            <a:r>
              <a:rPr lang="zh-CN" altLang="en-US"/>
              <a:t>指令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3511550"/>
            <a:ext cx="6442710" cy="33953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40" y="0"/>
            <a:ext cx="6686550" cy="3510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sz="3200"/>
              <a:t>每个小部件的具体结构就是右边小图：</a:t>
            </a:r>
            <a:r>
              <a:rPr lang="en-US" altLang="zh-CN" sz="3200"/>
              <a:t>JP</a:t>
            </a:r>
            <a:r>
              <a:rPr lang="zh-CN" altLang="en-US" sz="3200"/>
              <a:t>、</a:t>
            </a:r>
            <a:r>
              <a:rPr lang="en-US" altLang="zh-CN" sz="3200"/>
              <a:t>QJP</a:t>
            </a:r>
            <a:r>
              <a:rPr lang="zh-CN" altLang="en-US" sz="3200"/>
              <a:t>、</a:t>
            </a:r>
            <a:r>
              <a:rPr lang="en-US" altLang="zh-CN" sz="3200"/>
              <a:t>MJP</a:t>
            </a:r>
            <a:r>
              <a:rPr lang="zh-CN" altLang="en-US" sz="3200"/>
              <a:t>这些跳转指令分别接在三个与门的输出上，意味着只有当它们其中一个是</a:t>
            </a:r>
            <a:r>
              <a:rPr lang="en-US" altLang="zh-CN" sz="3200"/>
              <a:t>1</a:t>
            </a:r>
            <a:r>
              <a:rPr lang="zh-CN" altLang="en-US" sz="3200"/>
              <a:t>时，它的地址才有效，否则这些</a:t>
            </a:r>
            <a:r>
              <a:rPr lang="en-US" altLang="zh-CN" sz="3200"/>
              <a:t>JP</a:t>
            </a:r>
            <a:r>
              <a:rPr lang="zh-CN" altLang="en-US" sz="3200"/>
              <a:t>是</a:t>
            </a:r>
            <a:r>
              <a:rPr lang="en-US" altLang="zh-CN" sz="3200"/>
              <a:t>0</a:t>
            </a:r>
            <a:r>
              <a:rPr lang="zh-CN" altLang="en-US" sz="3200"/>
              <a:t>时，输出永远是</a:t>
            </a:r>
            <a:r>
              <a:rPr lang="en-US" altLang="zh-CN" sz="3200"/>
              <a:t>0</a:t>
            </a:r>
            <a:r>
              <a:rPr lang="zh-CN" altLang="en-US" sz="3200"/>
              <a:t>。然后再把这小部件复制</a:t>
            </a:r>
            <a:r>
              <a:rPr lang="en-US" altLang="zh-CN" sz="3200"/>
              <a:t>9</a:t>
            </a:r>
            <a:r>
              <a:rPr lang="zh-CN" altLang="en-US" sz="3200"/>
              <a:t>份即可打包成最终的地址</a:t>
            </a:r>
            <a:r>
              <a:rPr lang="zh-CN" altLang="en-US" sz="3200"/>
              <a:t>解码器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152015"/>
            <a:ext cx="3327400" cy="4351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145" y="2276475"/>
            <a:ext cx="1304925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最后是</a:t>
            </a:r>
            <a:r>
              <a:rPr lang="en-US" altLang="zh-CN"/>
              <a:t>uPC</a:t>
            </a:r>
            <a:r>
              <a:rPr lang="zh-CN" altLang="en-US"/>
              <a:t>时序部件：</a:t>
            </a:r>
            <a:endParaRPr lang="zh-CN" altLang="en-US"/>
          </a:p>
        </p:txBody>
      </p:sp>
      <p:pic>
        <p:nvPicPr>
          <p:cNvPr id="4" name="内容占位符 3" descr="屏幕截图 2025-12-03 12054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01035" y="2044700"/>
            <a:ext cx="5789930" cy="3816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好了，</a:t>
            </a:r>
            <a:r>
              <a:rPr lang="zh-CN" altLang="en-US"/>
              <a:t>下课</a:t>
            </a:r>
            <a:endParaRPr lang="zh-CN" altLang="en-US"/>
          </a:p>
        </p:txBody>
      </p:sp>
      <p:pic>
        <p:nvPicPr>
          <p:cNvPr id="4" name="图片 3" descr="warm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5855" y="1691005"/>
            <a:ext cx="4860290" cy="48710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BiZTk2ZGExNjNjMjhiYTViNTRiZTRkMzU4YzZmOD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演示</Application>
  <PresentationFormat>宽屏</PresentationFormat>
  <Paragraphs>22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陈俊宏</cp:lastModifiedBy>
  <cp:revision>3</cp:revision>
  <dcterms:created xsi:type="dcterms:W3CDTF">2023-08-09T12:44:00Z</dcterms:created>
  <dcterms:modified xsi:type="dcterms:W3CDTF">2025-12-03T04:11:29Z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2052-12.1.0.16729</vt:lpwstr>
  </property>
</Properties>
</file>